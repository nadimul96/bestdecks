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00050"/>
            <a:ext cx="1866900" cy="114300"/>
          </a:xfrm>
          <a:prstGeom prst="rect">
            <a:avLst/>
          </a:prstGeom>
          <a:solidFill>
            <a:srgbClr val="B7E4C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19300"/>
            <a:ext cx="666750" cy="449580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050" y="2438400"/>
            <a:ext cx="323850" cy="323850"/>
          </a:xfrm>
          <a:prstGeom prst="ellipse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050" y="3867150"/>
            <a:ext cx="323850" cy="323850"/>
          </a:xfrm>
          <a:prstGeom prst="ellipse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1050" y="5295900"/>
            <a:ext cx="323850" cy="323850"/>
          </a:xfrm>
          <a:prstGeom prst="ellipse">
            <a:avLst/>
          </a:prstGeom>
          <a:solidFill>
            <a:srgbClr val="1B8C2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68000" y="0"/>
            <a:ext cx="1524000" cy="266700"/>
          </a:xfrm>
          <a:prstGeom prst="rect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0306050" cy="12858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86400"/>
              </a:lnSpc>
              <a:defRPr i="0" sz="3600" b="1">
                <a:solidFill>
                  <a:srgbClr val="111827"/>
                </a:solidFill>
                <a:latin typeface="Syne"/>
              </a:defRPr>
            </a:pPr>
            <a:r>
              <a:rPr i="0" sz="3600" b="1">
                <a:solidFill>
                  <a:srgbClr val="111827"/>
                </a:solidFill>
                <a:latin typeface="Arial"/>
              </a:rPr>
              <a:t>Example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77500" y="438150"/>
            <a:ext cx="933450" cy="933450"/>
          </a:xfrm>
          <a:prstGeom prst="ellipse">
            <a:avLst/>
          </a:prstGeom>
          <a:solidFill>
            <a:srgbClr val="D8F3D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49000" y="800100"/>
            <a:ext cx="514350" cy="514350"/>
          </a:xfrm>
          <a:prstGeom prst="ellipse">
            <a:avLst/>
          </a:prstGeom>
          <a:solidFill>
            <a:srgbClr val="B7E4C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500" y="2400300"/>
            <a:ext cx="3790950" cy="407670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0525" y="2400300"/>
            <a:ext cx="3790950" cy="4076700"/>
          </a:xfrm>
          <a:prstGeom prst="rect">
            <a:avLst/>
          </a:prstGeom>
          <a:solidFill>
            <a:srgbClr val="D8F3D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10550" y="2400300"/>
            <a:ext cx="3790950" cy="407670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2400300"/>
            <a:ext cx="3790950" cy="152400"/>
          </a:xfrm>
          <a:prstGeom prst="rect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0525" y="2400300"/>
            <a:ext cx="3790950" cy="152400"/>
          </a:xfrm>
          <a:prstGeom prst="rect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10550" y="2400300"/>
            <a:ext cx="3790950" cy="152400"/>
          </a:xfrm>
          <a:prstGeom prst="rect">
            <a:avLst/>
          </a:prstGeom>
          <a:solidFill>
            <a:srgbClr val="1B8C2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" y="495300"/>
            <a:ext cx="9544050" cy="1504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86400"/>
              </a:lnSpc>
              <a:defRPr i="0" sz="3600" b="1">
                <a:solidFill>
                  <a:srgbClr val="111827"/>
                </a:solidFill>
                <a:latin typeface="Syne"/>
              </a:defRPr>
            </a:pPr>
            <a:r>
              <a:rPr i="0" sz="3600" b="1">
                <a:solidFill>
                  <a:srgbClr val="111827"/>
                </a:solidFill>
                <a:latin typeface="Arial"/>
              </a:rPr>
              <a:t>Manual work slows the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25000" y="0"/>
            <a:ext cx="2667000" cy="2667000"/>
          </a:xfrm>
          <a:prstGeom prst="ellipse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25125" y="723900"/>
            <a:ext cx="1066800" cy="1066800"/>
          </a:xfrm>
          <a:prstGeom prst="ellipse">
            <a:avLst/>
          </a:prstGeom>
          <a:solidFill>
            <a:srgbClr val="D8F3D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00050"/>
            <a:ext cx="1314450" cy="95250"/>
          </a:xfrm>
          <a:prstGeom prst="rect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1952625"/>
            <a:ext cx="11125200" cy="142875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3476625"/>
            <a:ext cx="11125200" cy="1428750"/>
          </a:xfrm>
          <a:prstGeom prst="rect">
            <a:avLst/>
          </a:prstGeom>
          <a:solidFill>
            <a:srgbClr val="D8F3D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000625"/>
            <a:ext cx="11125200" cy="142875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1050" y="2324100"/>
            <a:ext cx="666750" cy="666750"/>
          </a:xfrm>
          <a:prstGeom prst="ellipse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1050" y="3848100"/>
            <a:ext cx="666750" cy="666750"/>
          </a:xfrm>
          <a:prstGeom prst="ellipse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050" y="5372100"/>
            <a:ext cx="666750" cy="666750"/>
          </a:xfrm>
          <a:prstGeom prst="ellipse">
            <a:avLst/>
          </a:prstGeom>
          <a:solidFill>
            <a:srgbClr val="1B8C2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552450"/>
            <a:ext cx="8591550" cy="12382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86400"/>
              </a:lnSpc>
              <a:defRPr i="0" sz="3600" b="1">
                <a:solidFill>
                  <a:srgbClr val="111827"/>
                </a:solidFill>
                <a:latin typeface="Syne"/>
              </a:defRPr>
            </a:pPr>
            <a:r>
              <a:rPr i="0" sz="3600" b="1">
                <a:solidFill>
                  <a:srgbClr val="111827"/>
                </a:solidFill>
                <a:latin typeface="Arial"/>
              </a:rPr>
              <a:t>A focused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2000250"/>
            <a:ext cx="9734550" cy="1333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  <a:defRPr i="0" sz="1800" b="0">
                <a:solidFill>
                  <a:srgbClr val="111827"/>
                </a:solidFill>
                <a:latin typeface="Syne"/>
              </a:defRPr>
            </a:pPr>
            <a:r>
              <a:rPr i="0" sz="1800" b="0">
                <a:solidFill>
                  <a:srgbClr val="111827"/>
                </a:solidFill>
                <a:latin typeface="Arial"/>
              </a:rPr>
              <a:t>Automate repeated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20250" y="4591050"/>
            <a:ext cx="2571750" cy="2266950"/>
          </a:xfrm>
          <a:prstGeom prst="ellipse">
            <a:avLst/>
          </a:prstGeom>
          <a:solidFill>
            <a:srgbClr val="D8F3D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381000"/>
            <a:ext cx="1524000" cy="1524000"/>
          </a:xfrm>
          <a:prstGeom prst="ellipse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9450" y="933450"/>
            <a:ext cx="419100" cy="419100"/>
          </a:xfrm>
          <a:prstGeom prst="ellipse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38350"/>
            <a:ext cx="76200" cy="4286250"/>
          </a:xfrm>
          <a:prstGeom prst="rect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2095500"/>
            <a:ext cx="10629900" cy="133350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3524250"/>
            <a:ext cx="10629900" cy="1333500"/>
          </a:xfrm>
          <a:prstGeom prst="rect">
            <a:avLst/>
          </a:prstGeom>
          <a:solidFill>
            <a:srgbClr val="D8F3D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" y="4953000"/>
            <a:ext cx="10629900" cy="133350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" y="2095500"/>
            <a:ext cx="171450" cy="1333500"/>
          </a:xfrm>
          <a:prstGeom prst="rect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" y="3524250"/>
            <a:ext cx="171450" cy="1333500"/>
          </a:xfrm>
          <a:prstGeom prst="rect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" y="4953000"/>
            <a:ext cx="171450" cy="1333500"/>
          </a:xfrm>
          <a:prstGeom prst="rect">
            <a:avLst/>
          </a:prstGeom>
          <a:solidFill>
            <a:srgbClr val="1B8C2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514350"/>
            <a:ext cx="9353550" cy="1314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86400"/>
              </a:lnSpc>
              <a:defRPr i="0" sz="3600" b="1">
                <a:solidFill>
                  <a:srgbClr val="111827"/>
                </a:solidFill>
                <a:latin typeface="Syne"/>
              </a:defRPr>
            </a:pPr>
            <a:r>
              <a:rPr i="0" sz="3600" b="1">
                <a:solidFill>
                  <a:srgbClr val="111827"/>
                </a:solidFill>
                <a:latin typeface="Arial"/>
              </a:rPr>
              <a:t>A simple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43125"/>
            <a:ext cx="9925050" cy="12858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  <a:defRPr i="0" sz="1800" b="0">
                <a:solidFill>
                  <a:srgbClr val="111827"/>
                </a:solidFill>
                <a:latin typeface="Syne"/>
              </a:defRPr>
            </a:pPr>
            <a:r>
              <a:rPr i="0" sz="1800" b="0">
                <a:solidFill>
                  <a:srgbClr val="111827"/>
                </a:solidFill>
                <a:latin typeface="Arial"/>
              </a:rPr>
              <a:t>Start with one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00050"/>
            <a:ext cx="1866900" cy="114300"/>
          </a:xfrm>
          <a:prstGeom prst="rect">
            <a:avLst/>
          </a:prstGeom>
          <a:solidFill>
            <a:srgbClr val="B7E4C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19300"/>
            <a:ext cx="666750" cy="4495800"/>
          </a:xfrm>
          <a:prstGeom prst="rect">
            <a:avLst/>
          </a:prstGeom>
          <a:solidFill>
            <a:srgbClr val="F2F7F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050" y="2438400"/>
            <a:ext cx="323850" cy="323850"/>
          </a:xfrm>
          <a:prstGeom prst="ellipse">
            <a:avLst/>
          </a:prstGeom>
          <a:solidFill>
            <a:srgbClr val="168C2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050" y="3867150"/>
            <a:ext cx="323850" cy="323850"/>
          </a:xfrm>
          <a:prstGeom prst="ellipse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1050" y="5295900"/>
            <a:ext cx="323850" cy="323850"/>
          </a:xfrm>
          <a:prstGeom prst="ellipse">
            <a:avLst/>
          </a:prstGeom>
          <a:solidFill>
            <a:srgbClr val="1B8C2D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68000" y="0"/>
            <a:ext cx="1524000" cy="266700"/>
          </a:xfrm>
          <a:prstGeom prst="rect">
            <a:avLst/>
          </a:prstGeom>
          <a:solidFill>
            <a:srgbClr val="0B3D1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0306050" cy="12858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86400"/>
              </a:lnSpc>
              <a:defRPr i="0" sz="3600" b="1">
                <a:solidFill>
                  <a:srgbClr val="111827"/>
                </a:solidFill>
                <a:latin typeface="Syne"/>
              </a:defRPr>
            </a:pPr>
            <a:r>
              <a:rPr i="0" sz="3600" b="1">
                <a:solidFill>
                  <a:srgbClr val="111827"/>
                </a:solidFill>
                <a:latin typeface="Arial"/>
              </a:rPr>
              <a:t>Book a 20-minute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